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LID4096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4380"/>
    <p:restoredTop sz="94660"/>
  </p:normalViewPr>
  <p:slideViewPr>
    <p:cSldViewPr snapToGrid="0">
      <p:cViewPr varScale="1">
        <p:scale>
          <a:sx n="66" d="100"/>
          <a:sy n="66" d="100"/>
        </p:scale>
        <p:origin x="1224" y="2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BF023715-C428-0E14-B9DB-8AD73A9FCD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  <a:endParaRPr lang="en-US"/>
          </a:p>
        </p:txBody>
      </p:sp>
      <p:sp>
        <p:nvSpPr>
          <p:cNvPr id="3" name="כותרת משנה 2">
            <a:extLst>
              <a:ext uri="{FF2B5EF4-FFF2-40B4-BE49-F238E27FC236}">
                <a16:creationId xmlns:a16="http://schemas.microsoft.com/office/drawing/2014/main" id="{50140190-8DF2-6F49-1A20-A23F7026E6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e-IL"/>
              <a:t>לחץ כדי לערוך סגנון כותרת משנה של תבנית בסיס</a:t>
            </a:r>
            <a:endParaRPr lang="en-US"/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72ADD6B3-FA9A-0246-28EE-3D4372D9C8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136FE6-0F1A-4CD6-BE3C-C495AD8A88F2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257BFF51-31CB-7140-62A2-D2B3F00B14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AF123E75-85C5-7F25-E125-EA076E9EEA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A1773B-03C8-4FCA-B62F-B63BFE112D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39161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FF6E39E1-48A1-C942-FD33-E567581CF4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82BBF657-D102-C025-90EF-135FE8DB5D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/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BCEF23CD-2736-4F85-4C18-0F66F621BA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136FE6-0F1A-4CD6-BE3C-C495AD8A88F2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8911DFC6-1181-342E-9256-D2D4A56640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798EDDF5-931E-07A9-2DCD-1454CC9700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A1773B-03C8-4FCA-B62F-B63BFE112D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27096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4F0DE22F-4A8E-0B81-8CDC-C251A9F3D7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  <a:endParaRPr lang="en-US"/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76FA3914-600A-240E-44B8-16BAAB7897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26AF5C4C-E816-58A2-28CB-52C3FC2EA4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136FE6-0F1A-4CD6-BE3C-C495AD8A88F2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4F993F42-CAC3-9FBD-877B-ABC6DEA46E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B7BFEA19-4F2B-FF65-2829-90E9D42512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A1773B-03C8-4FCA-B62F-B63BFE112D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67794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ADDF2CED-F08D-3C74-45BD-2DFE5EE866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94A3DAB1-4869-B259-275B-6CCE287BC6D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/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ACDE21EB-116C-3DB5-3766-A9653A3BDE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/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30C41A49-5C13-278F-F621-08B3F5AE8E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136FE6-0F1A-4CD6-BE3C-C495AD8A88F2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E87AC144-A718-D073-2060-623AF0F27F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712DD480-B525-72AF-B6E6-721CE1281E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A1773B-03C8-4FCA-B62F-B63BFE112D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73015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D8B2BD0B-5B12-3A7B-ECA3-1C7A5AECD2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/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EF385F95-9D46-E7BA-5929-32B858A591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FC6A3D87-A303-178F-CD6F-299B9AF5AB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/>
          </a:p>
        </p:txBody>
      </p:sp>
      <p:sp>
        <p:nvSpPr>
          <p:cNvPr id="5" name="מציין מיקום טקסט 4">
            <a:extLst>
              <a:ext uri="{FF2B5EF4-FFF2-40B4-BE49-F238E27FC236}">
                <a16:creationId xmlns:a16="http://schemas.microsoft.com/office/drawing/2014/main" id="{87A85C15-5868-ADFF-9259-45E84AAA645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6" name="מציין מיקום תוכן 5">
            <a:extLst>
              <a:ext uri="{FF2B5EF4-FFF2-40B4-BE49-F238E27FC236}">
                <a16:creationId xmlns:a16="http://schemas.microsoft.com/office/drawing/2014/main" id="{2451041D-40B5-89F4-4A5D-31ECA065670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/>
          </a:p>
        </p:txBody>
      </p:sp>
      <p:sp>
        <p:nvSpPr>
          <p:cNvPr id="7" name="מציין מיקום של תאריך 6">
            <a:extLst>
              <a:ext uri="{FF2B5EF4-FFF2-40B4-BE49-F238E27FC236}">
                <a16:creationId xmlns:a16="http://schemas.microsoft.com/office/drawing/2014/main" id="{1B75385B-EC7A-F97F-FECF-9B55E8FFC6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136FE6-0F1A-4CD6-BE3C-C495AD8A88F2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8" name="מציין מיקום של כותרת תחתונה 7">
            <a:extLst>
              <a:ext uri="{FF2B5EF4-FFF2-40B4-BE49-F238E27FC236}">
                <a16:creationId xmlns:a16="http://schemas.microsoft.com/office/drawing/2014/main" id="{757621DE-406E-2BF5-DA6C-07B111DB5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מציין מיקום של מספר שקופית 8">
            <a:extLst>
              <a:ext uri="{FF2B5EF4-FFF2-40B4-BE49-F238E27FC236}">
                <a16:creationId xmlns:a16="http://schemas.microsoft.com/office/drawing/2014/main" id="{80BF63CC-FF06-C447-94E4-9D173C3DAB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A1773B-03C8-4FCA-B62F-B63BFE112D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89366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0F6CCAEF-62A8-F665-4AEC-08395E1A04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/>
          </a:p>
        </p:txBody>
      </p:sp>
      <p:sp>
        <p:nvSpPr>
          <p:cNvPr id="3" name="מציין מיקום של תאריך 2">
            <a:extLst>
              <a:ext uri="{FF2B5EF4-FFF2-40B4-BE49-F238E27FC236}">
                <a16:creationId xmlns:a16="http://schemas.microsoft.com/office/drawing/2014/main" id="{C8B6CDF6-4DE8-727C-0B3F-93A7BEFF82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136FE6-0F1A-4CD6-BE3C-C495AD8A88F2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4" name="מציין מיקום של כותרת תחתונה 3">
            <a:extLst>
              <a:ext uri="{FF2B5EF4-FFF2-40B4-BE49-F238E27FC236}">
                <a16:creationId xmlns:a16="http://schemas.microsoft.com/office/drawing/2014/main" id="{15F9A17F-7DB7-D97A-5A14-309FD2E9B2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מציין מיקום של מספר שקופית 4">
            <a:extLst>
              <a:ext uri="{FF2B5EF4-FFF2-40B4-BE49-F238E27FC236}">
                <a16:creationId xmlns:a16="http://schemas.microsoft.com/office/drawing/2014/main" id="{E45F872D-6407-F536-1BEC-7BB19D0CDD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A1773B-03C8-4FCA-B62F-B63BFE112D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72008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אריך 1">
            <a:extLst>
              <a:ext uri="{FF2B5EF4-FFF2-40B4-BE49-F238E27FC236}">
                <a16:creationId xmlns:a16="http://schemas.microsoft.com/office/drawing/2014/main" id="{606368FB-3A20-9D5D-CC44-B5643F679D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136FE6-0F1A-4CD6-BE3C-C495AD8A88F2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3" name="מציין מיקום של כותרת תחתונה 2">
            <a:extLst>
              <a:ext uri="{FF2B5EF4-FFF2-40B4-BE49-F238E27FC236}">
                <a16:creationId xmlns:a16="http://schemas.microsoft.com/office/drawing/2014/main" id="{7D08EB1B-22F7-0DDA-09E2-7AB5FC7429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C7A47A5B-FA66-8625-5D9C-9DC2C45347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A1773B-03C8-4FCA-B62F-B63BFE112D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13341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CFC16C9C-533D-5726-2F4C-D88E74828E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US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C3795D7F-1DAA-9CC4-45A1-756E2EA396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/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0AEA4312-EDEE-72C4-A34A-CD1A22CF48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AA2DD1CA-635D-0151-8F4F-980214C78C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136FE6-0F1A-4CD6-BE3C-C495AD8A88F2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B2DB4562-DF6B-C109-14F5-77334A5AA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A8E65E07-939E-D816-9159-C94071D0E9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A1773B-03C8-4FCA-B62F-B63BFE112D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21394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370B0D55-2E8C-0861-2374-D2EE9D96E3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US"/>
          </a:p>
        </p:txBody>
      </p:sp>
      <p:sp>
        <p:nvSpPr>
          <p:cNvPr id="3" name="מציין מיקום של תמונה 2">
            <a:extLst>
              <a:ext uri="{FF2B5EF4-FFF2-40B4-BE49-F238E27FC236}">
                <a16:creationId xmlns:a16="http://schemas.microsoft.com/office/drawing/2014/main" id="{C18F611C-5A0D-8AFF-0B8F-76A57EA4C80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6B8528C6-96A2-1496-51A5-5AC6BD2727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30A87D51-4841-1927-424B-4E243C65A2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136FE6-0F1A-4CD6-BE3C-C495AD8A88F2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193D640B-7F7D-F0BB-762A-8767445269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B62399BD-D2A1-5340-B85A-F66439B6A2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A1773B-03C8-4FCA-B62F-B63BFE112D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83213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1548191C-F2AF-0300-B98A-E04425FD52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/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467725F5-4336-9A97-A21B-B32D58942A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/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9DFC3910-D2E9-F0E8-1D9D-F76984708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136FE6-0F1A-4CD6-BE3C-C495AD8A88F2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97DDE7CB-CFA4-27A3-9E41-7D849A3667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C4A9FD79-5AA4-B2CE-A7C0-8994309E2E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A1773B-03C8-4FCA-B62F-B63BFE112D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22637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אנכית 1">
            <a:extLst>
              <a:ext uri="{FF2B5EF4-FFF2-40B4-BE49-F238E27FC236}">
                <a16:creationId xmlns:a16="http://schemas.microsoft.com/office/drawing/2014/main" id="{451E679D-AF23-2E64-41E7-5043458C17D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  <a:endParaRPr lang="en-US"/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ABA95ABC-19F4-C38C-8CBB-D442DBBD24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/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45921F29-9445-F177-5525-63C58B96AA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136FE6-0F1A-4CD6-BE3C-C495AD8A88F2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37838131-EB6F-79B5-6685-9E4BED8410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EE04F35A-EE3F-03ED-3583-70461D6D51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A1773B-03C8-4FCA-B62F-B63BFE112D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2441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1">
            <a:extLst>
              <a:ext uri="{FF2B5EF4-FFF2-40B4-BE49-F238E27FC236}">
                <a16:creationId xmlns:a16="http://schemas.microsoft.com/office/drawing/2014/main" id="{2374993F-C430-5829-288E-F34299D7C6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he-IL"/>
              <a:t>לחץ כדי לערוך סגנון כותרת של תבנית בסיס</a:t>
            </a:r>
            <a:endParaRPr lang="en-US"/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1B9115A1-5F88-BC6E-074C-715A92A9AE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/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C9F68300-578B-46E0-4308-21B9BD7705F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2136FE6-0F1A-4CD6-BE3C-C495AD8A88F2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36A5E9D9-6620-A4EE-E933-F7FF5FE1837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F3176171-65C2-2C0F-D867-35A2EE29C5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4A1773B-03C8-4FCA-B62F-B63BFE112D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40572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LID4096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7E2CF35E-B4DD-C9C6-5CF3-F75C2F4E4B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429000"/>
            <a:ext cx="9144000" cy="2387600"/>
          </a:xfrm>
        </p:spPr>
        <p:txBody>
          <a:bodyPr>
            <a:noAutofit/>
          </a:bodyPr>
          <a:lstStyle/>
          <a:p>
            <a:pPr>
              <a:spcAft>
                <a:spcPts val="400"/>
              </a:spcAft>
            </a:pPr>
            <a:r>
              <a:rPr lang="en-US" sz="4400" b="1" i="1" kern="1400" spc="-5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MACHINE LEARNING AND ARTIFICIAL INTELLIGENCE IN SUSTAINABLE FUELS</a:t>
            </a:r>
            <a:endParaRPr lang="en-US" sz="4400" dirty="0"/>
          </a:p>
        </p:txBody>
      </p:sp>
    </p:spTree>
    <p:extLst>
      <p:ext uri="{BB962C8B-B14F-4D97-AF65-F5344CB8AC3E}">
        <p14:creationId xmlns:p14="http://schemas.microsoft.com/office/powerpoint/2010/main" val="17909356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13AFAD70-886B-E930-5E10-8FF19F406E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3A9D4064-23CB-7259-E089-820AA478DE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7608367"/>
      </p:ext>
    </p:extLst>
  </p:cSld>
  <p:clrMapOvr>
    <a:masterClrMapping/>
  </p:clrMapOvr>
</p:sld>
</file>

<file path=ppt/theme/theme1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110</TotalTime>
  <Words>8</Words>
  <Application>Microsoft Office PowerPoint</Application>
  <PresentationFormat>מסך רחב</PresentationFormat>
  <Paragraphs>1</Paragraphs>
  <Slides>2</Slides>
  <Notes>0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4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Times New Roman</vt:lpstr>
      <vt:lpstr>ערכת נושא Office</vt:lpstr>
      <vt:lpstr>MACHINE LEARNING AND ARTIFICIAL INTELLIGENCE IN SUSTAINABLE FUELS</vt:lpstr>
      <vt:lpstr>מצגת של PowerPoint‏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liel mazar</dc:creator>
  <cp:lastModifiedBy>liel mazar</cp:lastModifiedBy>
  <cp:revision>1</cp:revision>
  <dcterms:created xsi:type="dcterms:W3CDTF">2026-04-03T01:11:40Z</dcterms:created>
  <dcterms:modified xsi:type="dcterms:W3CDTF">2026-04-03T03:01:53Z</dcterms:modified>
</cp:coreProperties>
</file>